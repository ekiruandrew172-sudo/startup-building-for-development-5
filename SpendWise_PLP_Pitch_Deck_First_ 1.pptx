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Aptos"/>
              </a:defRPr>
            </a:pPr>
            <a:r>
              <a:t>SpendWise Budget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A simple way to record daily spending and understand where your money goes.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dirty="0"/>
              <a:t>PLP Pitch Deck — First Draft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dirty="0"/>
              <a:t>Founder: </a:t>
            </a:r>
            <a:r>
              <a:rPr lang="en-US" dirty="0" err="1" smtClean="0"/>
              <a:t>Ekiru</a:t>
            </a:r>
            <a:r>
              <a:rPr lang="en-US" dirty="0" smtClean="0"/>
              <a:t> Andrew </a:t>
            </a:r>
            <a:r>
              <a:rPr lang="en-US" dirty="0" err="1" smtClean="0"/>
              <a:t>Lokol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rPr dirty="0"/>
              <a:t>Contact: </a:t>
            </a:r>
            <a:r>
              <a:rPr lang="en-US" dirty="0" smtClean="0"/>
              <a:t>ekiruandrew172@gmail.com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00200"/>
            <a:ext cx="219456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6534"/>
                </a:solidFill>
                <a:latin typeface="Aptos"/>
              </a:defRPr>
            </a:pPr>
            <a:r>
              <a:t>Track • Learn • Improve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People can lose track of everyday spending when purchases are small, frequent, and recorded in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Receipts and notes are easy to misplace.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Without a clear record, it is difficult to see spending patterns.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People may reach the end of the month unsure where their money went.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SpendWise gives users one simple place to record expenses and review their spending.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Add an expense name, amount, category, and date.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Organize expenses into categories such as food, transport, rent, and utilities.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Review expense records in a clear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A lightweight, beginner-friendly expense tracker designed around everyday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Dashboard: view spending categories at a glance.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Expense form: enter an item, amount, category, and date.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Expense table: review and compare recorded transactions.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Planned next step: add totals, budgets, and balance summaries.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Target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Start with people who need a simple, accessible way to keep track of personal spending.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Students managing limited monthly or weekly funds.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Young adults starting to manage their own income.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Households and workers who want a straightforward expense record.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Initial focus: gather feedback from students and local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SpendWise makes expense tracking simple enough to use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Easy-to-understand layout.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Categories help users recognize spending habits.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A single record reduces reliance on scattered notes.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Designed to grow from a basic tracker into a more useful budgeting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Personal money management is a recurring need, but the first market should be defined through user research.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Initial segment: students and young adults who already use a phone or computer.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Potential expansion: workers, families, and small groups managing shared expenses.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Next validation: interview 10–20 potential users and test a working prototype.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Market size: to be estimated after collecting reliable local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Begin with a free basic tracker and test whether users value optional advanced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Free tier: manual expense entry and basic categories.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Possible premium tier: budgets, reports, export, and additional planning tools.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Possible partnerships: financial literacy programs or education groups.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Pricing and willingness to pay must be tested before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Competition and alternatives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Users can already track spending in notebooks, spreadsheets, banking apps, or other budget apps.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Notebook or paper: familiar, but summaries must be done manually.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Spreadsheet: flexible, but may require setup and formulas.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Banking apps: convenient for linked transactions, where supported.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SpendWise opportunity: a simple, focused interface for manual expense tracking.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Differentiation must be validated through user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Marketing and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Reach early users through direct feedback, demonstrations, and trusted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Invite classmates and other potential users to test the prototype.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Share short demonstrations in relevant student and community groups.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Partner with financial-literacy clubs or community organizations.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Use feedback to improve ease of use and encourage referrals.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Track sign-ups, repeat use, and user feedback after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Team and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The project begins as a learner-led product build and can expand as the idea is validated.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Founder: [Your full name] — product concept and development.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Current foundation: HTML, CSS, and JavaScript learning project.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Resources needed: development time, user testing, hosting, and feedback.</a:t>
            </a:r>
          </a:p>
          <a:p>
            <a:pPr>
              <a:spcAft>
                <a:spcPts val="15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 Future support: mentor or developer, UI/UX feedback, and financial-literacy advisor.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SPENDWISE  |  PLP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20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Aptos"/>
              </a:defRPr>
            </a:pPr>
            <a:r>
              <a:t>Roadmap, ask, and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t>Build a reliable first version, test it with real users, and improve based on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bIns="182880" rtlCol="0" anchor="ctr"/>
          <a:lstStyle/>
          <a:p>
            <a:pPr algn="ctr"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Phase 1: finish the core tracker and test expense entry.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Phase 2: test with 10–20 users and document feedback.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Phase 3: prioritize requested features and explore sustainable pricing.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Current ask: feedback, pilot testers, and mentorship; funding needs to be estimated after scope and costs are clearer.</a:t>
            </a:r>
          </a:p>
          <a:p>
            <a:pPr>
              <a:spcAft>
                <a:spcPts val="1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SpendWise</a:t>
            </a:r>
            <a:r>
              <a:rPr dirty="0"/>
              <a:t>: record spending today to make better money decisions tomorrow.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t>FIRST DRAFT — validate assumptions and replace placeholders before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1014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try me</dc:creator>
  <cp:keywords/>
  <dc:description>generated using python-pptx</dc:description>
  <cp:lastModifiedBy>try me</cp:lastModifiedBy>
  <cp:revision>2</cp:revision>
  <dcterms:created xsi:type="dcterms:W3CDTF">2013-01-27T09:14:16Z</dcterms:created>
  <dcterms:modified xsi:type="dcterms:W3CDTF">2026-10-11T19:35:52Z</dcterms:modified>
  <cp:category/>
</cp:coreProperties>
</file>